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6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BA8D7-BBFA-4CD9-9563-90234C087998}" type="datetimeFigureOut">
              <a:rPr lang="zh-TW" altLang="en-US" smtClean="0"/>
              <a:t>2026/6/5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6EB446CC-C2C6-4140-B0CA-3D850CF0AF8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70145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BA8D7-BBFA-4CD9-9563-90234C087998}" type="datetimeFigureOut">
              <a:rPr lang="zh-TW" altLang="en-US" smtClean="0"/>
              <a:t>2026/6/5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446CC-C2C6-4140-B0CA-3D850CF0AF8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2125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BA8D7-BBFA-4CD9-9563-90234C087998}" type="datetimeFigureOut">
              <a:rPr lang="zh-TW" altLang="en-US" smtClean="0"/>
              <a:t>2026/6/5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6EB446CC-C2C6-4140-B0CA-3D850CF0AF8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83705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BA8D7-BBFA-4CD9-9563-90234C087998}" type="datetimeFigureOut">
              <a:rPr lang="zh-TW" altLang="en-US" smtClean="0"/>
              <a:t>2026/6/5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446CC-C2C6-4140-B0CA-3D850CF0AF8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05181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BA8D7-BBFA-4CD9-9563-90234C087998}" type="datetimeFigureOut">
              <a:rPr lang="zh-TW" altLang="en-US" smtClean="0"/>
              <a:t>2026/6/5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446CC-C2C6-4140-B0CA-3D850CF0AF8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49801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BA8D7-BBFA-4CD9-9563-90234C087998}" type="datetimeFigureOut">
              <a:rPr lang="zh-TW" altLang="en-US" smtClean="0"/>
              <a:t>2026/6/5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446CC-C2C6-4140-B0CA-3D850CF0AF8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32517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BA8D7-BBFA-4CD9-9563-90234C087998}" type="datetimeFigureOut">
              <a:rPr lang="zh-TW" altLang="en-US" smtClean="0"/>
              <a:t>2026/6/5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446CC-C2C6-4140-B0CA-3D850CF0AF8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12448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BA8D7-BBFA-4CD9-9563-90234C087998}" type="datetimeFigureOut">
              <a:rPr lang="zh-TW" altLang="en-US" smtClean="0"/>
              <a:t>2026/6/5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446CC-C2C6-4140-B0CA-3D850CF0AF8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35918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BA8D7-BBFA-4CD9-9563-90234C087998}" type="datetimeFigureOut">
              <a:rPr lang="zh-TW" altLang="en-US" smtClean="0"/>
              <a:t>2026/6/5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446CC-C2C6-4140-B0CA-3D850CF0AF8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93769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全景圖片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BA8D7-BBFA-4CD9-9563-90234C087998}" type="datetimeFigureOut">
              <a:rPr lang="zh-TW" altLang="en-US" smtClean="0"/>
              <a:t>2026/6/5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6EB446CC-C2C6-4140-B0CA-3D850CF0AF8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56070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BA8D7-BBFA-4CD9-9563-90234C087998}" type="datetimeFigureOut">
              <a:rPr lang="zh-TW" altLang="en-US" smtClean="0"/>
              <a:t>2026/6/5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6EB446CC-C2C6-4140-B0CA-3D850CF0AF8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49458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BA8D7-BBFA-4CD9-9563-90234C087998}" type="datetimeFigureOut">
              <a:rPr lang="zh-TW" altLang="en-US" smtClean="0"/>
              <a:t>2026/6/5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EB446CC-C2C6-4140-B0CA-3D850CF0AF8E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696752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BA8D7-BBFA-4CD9-9563-90234C087998}" type="datetimeFigureOut">
              <a:rPr lang="zh-TW" altLang="en-US" smtClean="0"/>
              <a:t>2026/6/5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EB446CC-C2C6-4140-B0CA-3D850CF0AF8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698530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BA8D7-BBFA-4CD9-9563-90234C087998}" type="datetimeFigureOut">
              <a:rPr lang="zh-TW" altLang="en-US" smtClean="0"/>
              <a:t>2026/6/5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446CC-C2C6-4140-B0CA-3D850CF0AF8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73168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圖片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BA8D7-BBFA-4CD9-9563-90234C087998}" type="datetimeFigureOut">
              <a:rPr lang="zh-TW" altLang="en-US" smtClean="0"/>
              <a:t>2026/6/5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446CC-C2C6-4140-B0CA-3D850CF0AF8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97152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BA8D7-BBFA-4CD9-9563-90234C087998}" type="datetimeFigureOut">
              <a:rPr lang="zh-TW" altLang="en-US" smtClean="0"/>
              <a:t>2026/6/5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446CC-C2C6-4140-B0CA-3D850CF0AF8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80667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954BA8D7-BBFA-4CD9-9563-90234C087998}" type="datetimeFigureOut">
              <a:rPr lang="zh-TW" altLang="en-US" smtClean="0"/>
              <a:t>2026/6/5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6EB446CC-C2C6-4140-B0CA-3D850CF0AF8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11835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4BA8D7-BBFA-4CD9-9563-90234C087998}" type="datetimeFigureOut">
              <a:rPr lang="zh-TW" altLang="en-US" smtClean="0"/>
              <a:t>2026/6/5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446CC-C2C6-4140-B0CA-3D850CF0AF8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326743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6DDF719-A155-7690-9C39-63D4F8DD95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altLang="zh-TW" dirty="0"/>
              <a:t>Java SE Developer</a:t>
            </a:r>
            <a:br>
              <a:rPr lang="en-US" altLang="zh-TW" dirty="0"/>
            </a:br>
            <a:r>
              <a:rPr lang="en-US" altLang="zh-TW" dirty="0"/>
              <a:t>1z0-819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CC0E755-A672-EBAF-82E3-412165803D0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zh-TW" altLang="en-US" dirty="0"/>
              <a:t>講師</a:t>
            </a:r>
            <a:r>
              <a:rPr lang="en-US" altLang="zh-TW" dirty="0"/>
              <a:t>:</a:t>
            </a:r>
            <a:r>
              <a:rPr lang="zh-TW" altLang="en-US" dirty="0"/>
              <a:t>江聖榮</a:t>
            </a:r>
          </a:p>
        </p:txBody>
      </p:sp>
    </p:spTree>
    <p:extLst>
      <p:ext uri="{BB962C8B-B14F-4D97-AF65-F5344CB8AC3E}">
        <p14:creationId xmlns:p14="http://schemas.microsoft.com/office/powerpoint/2010/main" val="15964011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CD45A7C-FDA0-9AB8-5C03-8CE9DEA68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inner class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9D49AC2-6043-0C3E-1D0A-B90677010B9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TW" altLang="en-US" dirty="0"/>
              <a:t>不是繼承</a:t>
            </a:r>
          </a:p>
          <a:p>
            <a:r>
              <a:rPr lang="en-US" altLang="zh-TW" dirty="0"/>
              <a:t>Outer class</a:t>
            </a:r>
            <a:r>
              <a:rPr lang="zh-TW" altLang="en-US" dirty="0"/>
              <a:t>外部類別</a:t>
            </a:r>
          </a:p>
          <a:p>
            <a:endParaRPr lang="zh-TW" altLang="en-US" dirty="0"/>
          </a:p>
        </p:txBody>
      </p:sp>
      <p:pic>
        <p:nvPicPr>
          <p:cNvPr id="10" name="內容版面配置區 9" descr="一張含有 文字, 螢幕擷取畫面, 字型, 圖表 的圖片&#10;&#10;自動產生的描述">
            <a:extLst>
              <a:ext uri="{FF2B5EF4-FFF2-40B4-BE49-F238E27FC236}">
                <a16:creationId xmlns:a16="http://schemas.microsoft.com/office/drawing/2014/main" id="{0FB7B2CC-9538-8F3F-26F6-54335C036EF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320" y="3573879"/>
            <a:ext cx="4101761" cy="2865017"/>
          </a:xfrm>
        </p:spPr>
      </p:pic>
      <p:pic>
        <p:nvPicPr>
          <p:cNvPr id="12" name="圖片 11" descr="一張含有 文字, 螢幕擷取畫面, 圖表, Rectangle 的圖片&#10;&#10;自動產生的描述">
            <a:extLst>
              <a:ext uri="{FF2B5EF4-FFF2-40B4-BE49-F238E27FC236}">
                <a16:creationId xmlns:a16="http://schemas.microsoft.com/office/drawing/2014/main" id="{05D4D64F-1FC1-FD46-A65C-49A331FD79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9080" y="2206244"/>
            <a:ext cx="5562600" cy="431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5037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8464D27-7F70-D94B-5821-53F4E5B8A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物件類</a:t>
            </a:r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7E3A8532-DB30-2869-2002-B0605476D3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須先新增外部物件</a:t>
            </a:r>
            <a:r>
              <a:rPr lang="en-US" altLang="zh-TW" dirty="0"/>
              <a:t>,</a:t>
            </a:r>
            <a:r>
              <a:rPr lang="zh-TW" altLang="en-US" dirty="0"/>
              <a:t>在透過此外部類別物件來新增內部類別物件</a:t>
            </a:r>
            <a:r>
              <a:rPr lang="en-US" altLang="zh-TW" dirty="0"/>
              <a:t>,</a:t>
            </a:r>
            <a:r>
              <a:rPr lang="zh-TW" altLang="en-US" dirty="0"/>
              <a:t>最後產生的內部類別物件在存取內部類別的屬性</a:t>
            </a:r>
          </a:p>
          <a:p>
            <a:r>
              <a:rPr lang="zh-TW" altLang="en-US" dirty="0"/>
              <a:t>先”</a:t>
            </a:r>
            <a:r>
              <a:rPr lang="en-US" altLang="zh-TW" dirty="0"/>
              <a:t>new”</a:t>
            </a:r>
            <a:r>
              <a:rPr lang="zh-TW" altLang="en-US" dirty="0"/>
              <a:t>外部類別物件</a:t>
            </a:r>
            <a:r>
              <a:rPr lang="en-US" altLang="zh-TW" dirty="0" smtClean="0"/>
              <a:t>,</a:t>
            </a:r>
            <a:r>
              <a:rPr lang="zh-TW" altLang="en-US" dirty="0" smtClean="0"/>
              <a:t>再”</a:t>
            </a:r>
            <a:r>
              <a:rPr lang="en-US" altLang="zh-TW" dirty="0"/>
              <a:t>new”</a:t>
            </a:r>
            <a:r>
              <a:rPr lang="zh-TW" altLang="en-US" dirty="0"/>
              <a:t>內部類別物件</a:t>
            </a:r>
          </a:p>
        </p:txBody>
      </p:sp>
    </p:spTree>
    <p:extLst>
      <p:ext uri="{BB962C8B-B14F-4D97-AF65-F5344CB8AC3E}">
        <p14:creationId xmlns:p14="http://schemas.microsoft.com/office/powerpoint/2010/main" val="35523164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035B47-738B-4AE5-B322-3C37F082A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類別類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3ADA8E1-9D8E-8D87-9175-5A74823141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Static</a:t>
            </a:r>
          </a:p>
          <a:p>
            <a:r>
              <a:rPr lang="zh-TW" altLang="en-US" dirty="0"/>
              <a:t>不用”</a:t>
            </a:r>
            <a:r>
              <a:rPr lang="en-US" altLang="zh-TW" dirty="0"/>
              <a:t>new</a:t>
            </a:r>
            <a:r>
              <a:rPr lang="zh-TW" altLang="en-US" dirty="0"/>
              <a:t>外部類別物件</a:t>
            </a:r>
          </a:p>
          <a:p>
            <a:r>
              <a:rPr lang="zh-TW" altLang="en-US" dirty="0"/>
              <a:t>內部類別物件是否要”</a:t>
            </a:r>
            <a:r>
              <a:rPr lang="en-US" altLang="zh-TW" dirty="0"/>
              <a:t>new”,</a:t>
            </a:r>
            <a:r>
              <a:rPr lang="zh-TW" altLang="en-US" dirty="0"/>
              <a:t>要以存取的內容來決定</a:t>
            </a:r>
            <a:r>
              <a:rPr lang="en-US" altLang="zh-TW" dirty="0"/>
              <a:t>,static</a:t>
            </a:r>
            <a:r>
              <a:rPr lang="zh-TW" altLang="en-US" dirty="0"/>
              <a:t>不用”</a:t>
            </a:r>
            <a:r>
              <a:rPr lang="en-US" altLang="zh-TW" dirty="0"/>
              <a:t>new”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413024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1CA3D33-9B51-C4AC-DAE7-4D4171AAC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enum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849832D-041D-4D6C-ADDF-9C11D0110A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只能存放值</a:t>
            </a:r>
          </a:p>
          <a:p>
            <a:r>
              <a:rPr lang="zh-TW" altLang="en-US" dirty="0"/>
              <a:t>本身與內容皆具有</a:t>
            </a:r>
          </a:p>
          <a:p>
            <a:pPr lvl="1"/>
            <a:r>
              <a:rPr lang="en-US" altLang="zh-TW" dirty="0"/>
              <a:t>Public static final </a:t>
            </a:r>
          </a:p>
          <a:p>
            <a:r>
              <a:rPr lang="zh-TW" altLang="en-US" dirty="0"/>
              <a:t>可稱作沒有名字的陣列</a:t>
            </a:r>
          </a:p>
          <a:p>
            <a:pPr lvl="1"/>
            <a:r>
              <a:rPr lang="en-US" altLang="zh-TW" dirty="0"/>
              <a:t>Values()-&gt;</a:t>
            </a:r>
            <a:r>
              <a:rPr lang="zh-TW" altLang="en-US" dirty="0"/>
              <a:t>轉陣列</a:t>
            </a:r>
          </a:p>
          <a:p>
            <a:r>
              <a:rPr lang="zh-TW" altLang="en-US" dirty="0"/>
              <a:t>可搭配建構式須設定</a:t>
            </a:r>
            <a:r>
              <a:rPr lang="en-US" altLang="zh-TW" dirty="0"/>
              <a:t>private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239103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6CFD0B2-5806-90D0-D59F-69F816E50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匿名類別</a:t>
            </a:r>
            <a:r>
              <a:rPr lang="en-US" altLang="zh-TW" dirty="0"/>
              <a:t>-&gt;override</a:t>
            </a:r>
            <a:r>
              <a:rPr lang="zh-TW" altLang="en-US" dirty="0"/>
              <a:t>的活用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32C6EC8-B040-CCEC-DB63-39B6D829733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TW" altLang="en-US"/>
              <a:t>沒有</a:t>
            </a:r>
            <a:r>
              <a:rPr lang="zh-TW" altLang="en-US" smtClean="0"/>
              <a:t>名字的</a:t>
            </a:r>
            <a:r>
              <a:rPr lang="zh-TW" altLang="en-US" dirty="0"/>
              <a:t>子類別</a:t>
            </a:r>
          </a:p>
          <a:p>
            <a:r>
              <a:rPr lang="zh-TW" altLang="en-US" dirty="0"/>
              <a:t>主要與</a:t>
            </a:r>
            <a:r>
              <a:rPr lang="en-US" altLang="zh-TW" dirty="0"/>
              <a:t>interface</a:t>
            </a:r>
            <a:r>
              <a:rPr lang="zh-TW" altLang="en-US" dirty="0"/>
              <a:t>搭配</a:t>
            </a:r>
          </a:p>
          <a:p>
            <a:r>
              <a:rPr lang="zh-TW" altLang="en-US" dirty="0"/>
              <a:t>實際可與所有</a:t>
            </a:r>
            <a:r>
              <a:rPr lang="en-US" altLang="zh-TW" dirty="0"/>
              <a:t>class</a:t>
            </a:r>
            <a:r>
              <a:rPr lang="zh-TW" altLang="en-US" dirty="0"/>
              <a:t>搭配</a:t>
            </a:r>
          </a:p>
          <a:p>
            <a:r>
              <a:rPr lang="zh-TW" altLang="en-US" dirty="0"/>
              <a:t>語法</a:t>
            </a:r>
            <a:r>
              <a:rPr lang="en-US" altLang="zh-TW" dirty="0"/>
              <a:t>:</a:t>
            </a:r>
          </a:p>
          <a:p>
            <a:r>
              <a:rPr lang="zh-TW" altLang="en-US" dirty="0"/>
              <a:t>介面 物件名</a:t>
            </a:r>
            <a:r>
              <a:rPr lang="en-US" altLang="zh-TW" dirty="0"/>
              <a:t>=new </a:t>
            </a:r>
            <a:r>
              <a:rPr lang="zh-TW" altLang="en-US" dirty="0"/>
              <a:t>介面</a:t>
            </a:r>
            <a:r>
              <a:rPr lang="en-US" altLang="zh-TW" dirty="0"/>
              <a:t>(){…..};</a:t>
            </a:r>
          </a:p>
          <a:p>
            <a:endParaRPr lang="zh-TW" alt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7DEC582-344C-2FA7-E15A-D40BD3CC773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zh-TW" dirty="0"/>
              <a:t>Lambda</a:t>
            </a:r>
            <a:r>
              <a:rPr lang="zh-TW" altLang="en-US" dirty="0"/>
              <a:t>語法</a:t>
            </a:r>
            <a:r>
              <a:rPr lang="en-US" altLang="zh-TW" dirty="0"/>
              <a:t>-&gt;</a:t>
            </a:r>
            <a:r>
              <a:rPr lang="zh-TW" altLang="en-US" dirty="0"/>
              <a:t>匿名類別的簡易寫法</a:t>
            </a:r>
            <a:endParaRPr lang="en-US" altLang="zh-TW" dirty="0"/>
          </a:p>
          <a:p>
            <a:r>
              <a:rPr lang="zh-TW" altLang="en-US" dirty="0"/>
              <a:t>條件</a:t>
            </a:r>
            <a:r>
              <a:rPr lang="en-US" altLang="zh-TW" dirty="0"/>
              <a:t>:</a:t>
            </a:r>
          </a:p>
          <a:p>
            <a:pPr lvl="1"/>
            <a:r>
              <a:rPr lang="zh-TW" altLang="en-US" dirty="0"/>
              <a:t>介面</a:t>
            </a:r>
            <a:endParaRPr lang="en-US" altLang="zh-TW" dirty="0"/>
          </a:p>
          <a:p>
            <a:pPr lvl="1"/>
            <a:r>
              <a:rPr lang="zh-TW" altLang="en-US" dirty="0"/>
              <a:t>只能有一個抽象方法</a:t>
            </a:r>
            <a:endParaRPr lang="en-US" altLang="zh-TW" dirty="0"/>
          </a:p>
          <a:p>
            <a:r>
              <a:rPr lang="zh-TW" altLang="en-US" dirty="0"/>
              <a:t>種類</a:t>
            </a:r>
            <a:endParaRPr lang="en-US" altLang="zh-TW" dirty="0"/>
          </a:p>
          <a:p>
            <a:pPr lvl="1"/>
            <a:r>
              <a:rPr lang="en-US" altLang="zh-TW" dirty="0">
                <a:sym typeface="Wingdings" panose="05000000000000000000" pitchFamily="2" charset="2"/>
              </a:rPr>
              <a:t></a:t>
            </a:r>
            <a:r>
              <a:rPr lang="zh-TW" altLang="en-US" dirty="0">
                <a:sym typeface="Wingdings" panose="05000000000000000000" pitchFamily="2" charset="2"/>
              </a:rPr>
              <a:t>簡易方法類</a:t>
            </a:r>
            <a:endParaRPr lang="en-US" altLang="zh-TW" dirty="0">
              <a:sym typeface="Wingdings" panose="05000000000000000000" pitchFamily="2" charset="2"/>
            </a:endParaRPr>
          </a:p>
          <a:p>
            <a:pPr lvl="1"/>
            <a:r>
              <a:rPr lang="en-US" altLang="zh-TW" dirty="0">
                <a:sym typeface="Wingdings" panose="05000000000000000000" pitchFamily="2" charset="2"/>
              </a:rPr>
              <a:t>::</a:t>
            </a:r>
            <a:r>
              <a:rPr lang="zh-TW" altLang="en-US" dirty="0">
                <a:sym typeface="Wingdings" panose="05000000000000000000" pitchFamily="2" charset="2"/>
              </a:rPr>
              <a:t>多種方法類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68453440"/>
      </p:ext>
    </p:extLst>
  </p:cSld>
  <p:clrMapOvr>
    <a:masterClrMapping/>
  </p:clrMapOvr>
</p:sld>
</file>

<file path=ppt/theme/theme1.xml><?xml version="1.0" encoding="utf-8"?>
<a:theme xmlns:a="http://schemas.openxmlformats.org/drawingml/2006/main" name="柏林">
  <a:themeElements>
    <a:clrScheme name="柏林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柏林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柏林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柏林</Template>
  <TotalTime>141</TotalTime>
  <Words>179</Words>
  <Application>Microsoft Office PowerPoint</Application>
  <PresentationFormat>寬螢幕</PresentationFormat>
  <Paragraphs>32</Paragraphs>
  <Slides>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1" baseType="lpstr">
      <vt:lpstr>新細明體</vt:lpstr>
      <vt:lpstr>Arial</vt:lpstr>
      <vt:lpstr>Trebuchet MS</vt:lpstr>
      <vt:lpstr>Wingdings</vt:lpstr>
      <vt:lpstr>柏林</vt:lpstr>
      <vt:lpstr>Java SE Developer 1z0-819</vt:lpstr>
      <vt:lpstr>inner class</vt:lpstr>
      <vt:lpstr>物件類</vt:lpstr>
      <vt:lpstr>類別類</vt:lpstr>
      <vt:lpstr>enum</vt:lpstr>
      <vt:lpstr>匿名類別-&gt;override的活用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SE Developer 1z0-819</dc:title>
  <dc:creator>allen chan</dc:creator>
  <cp:lastModifiedBy>student</cp:lastModifiedBy>
  <cp:revision>7</cp:revision>
  <dcterms:created xsi:type="dcterms:W3CDTF">2025-01-16T16:16:50Z</dcterms:created>
  <dcterms:modified xsi:type="dcterms:W3CDTF">2026-06-05T07:10:51Z</dcterms:modified>
</cp:coreProperties>
</file>